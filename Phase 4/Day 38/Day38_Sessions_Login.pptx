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3B5BD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· DAY 38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Login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Login/logout flow and session/token handling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Today: /login, /logout, and a login_required-protected route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Login “Remembers”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has no memory by default — sessions are how a server recognizes the same user across requests.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username + password once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514600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stores your identity and sends back a cookie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514600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Request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browser/Postman auto-attaches that cookie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22860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1160" y="2514600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8116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8116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clears the session — the cookie stops working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and /logout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app.secret_key must be set for Flask sessions to work at 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3931920"/>
          </a:xfrm>
          <a:prstGeom prst="roundRect">
            <a:avLst>
              <a:gd name="adj" fmla="val 1395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app.secret_key = </a:t>
            </a:r>
            <a:pPr indent="0" marL="0">
              <a:buNone/>
            </a:pPr>
            <a:r>
              <a:rPr lang="en-US" sz="11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"change-this-to-a-real-secret-key"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704795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2922422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@app.route("/login", methods=["POST"])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140050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login():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357677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</a:t>
            </a:r>
            <a:pPr indent="0" marL="0">
              <a:buNone/>
            </a:pPr>
            <a:r>
              <a:rPr lang="en-US" sz="11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...look up user by username...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575304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user or not check_password_hash(user[</a:t>
            </a:r>
            <a:pPr indent="0" marL="0">
              <a:buNone/>
            </a:pPr>
            <a:r>
              <a:rPr lang="en-US" sz="11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"password_hash"</a:t>
            </a:r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data[</a:t>
            </a:r>
            <a:pPr indent="0" marL="0">
              <a:buNone/>
            </a:pPr>
            <a:r>
              <a:rPr lang="en-US" sz="11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792931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jsonify({</a:t>
            </a:r>
            <a:pPr indent="0" marL="0">
              <a:buNone/>
            </a:pPr>
            <a:r>
              <a:rPr lang="en-US" sz="11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"error": "Invalid username or password"</a:t>
            </a:r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}), 401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010558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228186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session["user_id"] = user["id"]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445813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session["username"] = user["username"]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jsonify({</a:t>
            </a:r>
            <a:pPr indent="0" marL="0">
              <a:buNone/>
            </a:pPr>
            <a:r>
              <a:rPr lang="en-US" sz="11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"message": f"Welcome back, {user['username']}!"</a:t>
            </a:r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881067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098694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@app.route("/logout", methods=["POST"])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5316322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logout():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533949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session.clear()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ROUTES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login_required + the Full Test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87168"/>
            <a:ext cx="530352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login_required(f):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749601"/>
            <a:ext cx="530352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@wraps(f)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012034"/>
            <a:ext cx="530352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decorated(*a, **kw):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274466"/>
            <a:ext cx="530352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"user_id" not in session: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536899"/>
            <a:ext cx="530352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jsonify(...), 401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799332"/>
            <a:ext cx="530352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f(*a, **kw)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061765"/>
            <a:ext cx="530352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decorated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Postman, in order: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514600"/>
            <a:ext cx="292608" cy="29260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85432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— stores session cookie automatically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017520"/>
            <a:ext cx="292608" cy="29260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5432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/profile — succeeds while logged 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3520440"/>
            <a:ext cx="292608" cy="29260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85432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/logout — clears the session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4023360"/>
            <a:ext cx="292608" cy="29260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85432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/profile again — now returns 401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70916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goes right above any route you want to protect — like </a:t>
            </a:r>
            <a:pPr indent="0" marL="0">
              <a:buNone/>
            </a:pP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@app.route(...)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 DAY 38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Login/Logout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session actually blocks access after logout — that's the real test.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21396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and /logout implemented, building on Day 37's users table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9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270662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route protected with @login_required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46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" y="32735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4-step Postman flow tested: login → access → logout → blocked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" y="3840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all 4 steps in order, showing the 401 after logout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80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44074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Daily Task Report with the full sequence attached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Daily Task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today's work in your Daily Task Submission Report and submit via InnoTrack before the deadline.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Sessions &amp; Login</dc:title>
  <dc:subject>PptxGenJS Presentation</dc:subject>
  <dc:creator>Innolift Ventures</dc:creator>
  <cp:lastModifiedBy>Innolift Ventures</cp:lastModifiedBy>
  <cp:revision>1</cp:revision>
  <dcterms:created xsi:type="dcterms:W3CDTF">2026-07-30T13:09:54Z</dcterms:created>
  <dcterms:modified xsi:type="dcterms:W3CDTF">2026-07-30T13:09:54Z</dcterms:modified>
</cp:coreProperties>
</file>